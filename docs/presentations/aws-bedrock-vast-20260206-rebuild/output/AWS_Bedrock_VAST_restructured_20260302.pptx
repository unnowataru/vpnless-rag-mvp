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E439D0-0049-4746-B86A-2E471421214A}" v="2" dt="2026-02-27T04:11:53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48" autoAdjust="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no Wataru" userId="da7089d0-9a2b-4edd-9a00-d190eb39a361" providerId="ADAL" clId="{0BEB95D8-07E1-4F1F-BCD9-BDA68A4CCFE9}"/>
    <pc:docChg chg="custSel addSld delSld modSld modMainMaster">
      <pc:chgData name="Unno Wataru" userId="da7089d0-9a2b-4edd-9a00-d190eb39a361" providerId="ADAL" clId="{0BEB95D8-07E1-4F1F-BCD9-BDA68A4CCFE9}" dt="2026-02-27T04:12:20.102" v="74" actId="20577"/>
      <pc:docMkLst>
        <pc:docMk/>
      </pc:docMkLst>
      <pc:sldChg chg="modSp mod">
        <pc:chgData name="Unno Wataru" userId="da7089d0-9a2b-4edd-9a00-d190eb39a361" providerId="ADAL" clId="{0BEB95D8-07E1-4F1F-BCD9-BDA68A4CCFE9}" dt="2026-02-27T04:12:20.102" v="74" actId="20577"/>
        <pc:sldMkLst>
          <pc:docMk/>
          <pc:sldMk cId="621189247" sldId="257"/>
        </pc:sldMkLst>
        <pc:spChg chg="mod">
          <ac:chgData name="Unno Wataru" userId="da7089d0-9a2b-4edd-9a00-d190eb39a361" providerId="ADAL" clId="{0BEB95D8-07E1-4F1F-BCD9-BDA68A4CCFE9}" dt="2026-02-27T04:12:20.102" v="74" actId="20577"/>
          <ac:spMkLst>
            <pc:docMk/>
            <pc:sldMk cId="621189247" sldId="257"/>
            <ac:spMk id="3" creationId="{2962362E-ABDC-73A5-B35B-A939162CA47E}"/>
          </ac:spMkLst>
        </pc:spChg>
      </pc:sldChg>
      <pc:sldChg chg="del">
        <pc:chgData name="Unno Wataru" userId="da7089d0-9a2b-4edd-9a00-d190eb39a361" providerId="ADAL" clId="{0BEB95D8-07E1-4F1F-BCD9-BDA68A4CCFE9}" dt="2026-02-27T04:10:56.296" v="7" actId="47"/>
        <pc:sldMkLst>
          <pc:docMk/>
          <pc:sldMk cId="4210236039" sldId="258"/>
        </pc:sldMkLst>
      </pc:sldChg>
      <pc:sldChg chg="del">
        <pc:chgData name="Unno Wataru" userId="da7089d0-9a2b-4edd-9a00-d190eb39a361" providerId="ADAL" clId="{0BEB95D8-07E1-4F1F-BCD9-BDA68A4CCFE9}" dt="2026-02-27T04:10:54.404" v="6" actId="47"/>
        <pc:sldMkLst>
          <pc:docMk/>
          <pc:sldMk cId="544361731" sldId="263"/>
        </pc:sldMkLst>
      </pc:sldChg>
      <pc:sldChg chg="addSp delSp modSp new mod modClrScheme chgLayout">
        <pc:chgData name="Unno Wataru" userId="da7089d0-9a2b-4edd-9a00-d190eb39a361" providerId="ADAL" clId="{0BEB95D8-07E1-4F1F-BCD9-BDA68A4CCFE9}" dt="2026-02-27T04:10:49.523" v="5" actId="700"/>
        <pc:sldMkLst>
          <pc:docMk/>
          <pc:sldMk cId="768802368" sldId="264"/>
        </pc:sldMkLst>
        <pc:spChg chg="del mod ord">
          <ac:chgData name="Unno Wataru" userId="da7089d0-9a2b-4edd-9a00-d190eb39a361" providerId="ADAL" clId="{0BEB95D8-07E1-4F1F-BCD9-BDA68A4CCFE9}" dt="2026-02-27T04:10:49.523" v="5" actId="700"/>
          <ac:spMkLst>
            <pc:docMk/>
            <pc:sldMk cId="768802368" sldId="264"/>
            <ac:spMk id="2" creationId="{14BFBC66-24C1-8300-3438-91B5750E32B7}"/>
          </ac:spMkLst>
        </pc:spChg>
        <pc:spChg chg="del mod ord">
          <ac:chgData name="Unno Wataru" userId="da7089d0-9a2b-4edd-9a00-d190eb39a361" providerId="ADAL" clId="{0BEB95D8-07E1-4F1F-BCD9-BDA68A4CCFE9}" dt="2026-02-27T04:10:49.523" v="5" actId="700"/>
          <ac:spMkLst>
            <pc:docMk/>
            <pc:sldMk cId="768802368" sldId="264"/>
            <ac:spMk id="3" creationId="{0FDF8103-DF28-22C8-A2C8-FB2441CA96DB}"/>
          </ac:spMkLst>
        </pc:spChg>
        <pc:spChg chg="add mod ord">
          <ac:chgData name="Unno Wataru" userId="da7089d0-9a2b-4edd-9a00-d190eb39a361" providerId="ADAL" clId="{0BEB95D8-07E1-4F1F-BCD9-BDA68A4CCFE9}" dt="2026-02-27T04:10:49.523" v="5" actId="700"/>
          <ac:spMkLst>
            <pc:docMk/>
            <pc:sldMk cId="768802368" sldId="264"/>
            <ac:spMk id="4" creationId="{78F11ED4-04A2-5197-C2CD-B61C92F5FAE3}"/>
          </ac:spMkLst>
        </pc:spChg>
        <pc:spChg chg="add mod ord">
          <ac:chgData name="Unno Wataru" userId="da7089d0-9a2b-4edd-9a00-d190eb39a361" providerId="ADAL" clId="{0BEB95D8-07E1-4F1F-BCD9-BDA68A4CCFE9}" dt="2026-02-27T04:10:49.523" v="5" actId="700"/>
          <ac:spMkLst>
            <pc:docMk/>
            <pc:sldMk cId="768802368" sldId="264"/>
            <ac:spMk id="5" creationId="{5F93253B-B22E-C7A2-81C3-222D5705916B}"/>
          </ac:spMkLst>
        </pc:spChg>
      </pc:sldChg>
      <pc:sldChg chg="delSp new mod chgLayout">
        <pc:chgData name="Unno Wataru" userId="da7089d0-9a2b-4edd-9a00-d190eb39a361" providerId="ADAL" clId="{0BEB95D8-07E1-4F1F-BCD9-BDA68A4CCFE9}" dt="2026-02-27T04:11:17.108" v="14" actId="700"/>
        <pc:sldMkLst>
          <pc:docMk/>
          <pc:sldMk cId="3962376321" sldId="265"/>
        </pc:sldMkLst>
        <pc:spChg chg="del">
          <ac:chgData name="Unno Wataru" userId="da7089d0-9a2b-4edd-9a00-d190eb39a361" providerId="ADAL" clId="{0BEB95D8-07E1-4F1F-BCD9-BDA68A4CCFE9}" dt="2026-02-27T04:11:17.108" v="14" actId="700"/>
          <ac:spMkLst>
            <pc:docMk/>
            <pc:sldMk cId="3962376321" sldId="265"/>
            <ac:spMk id="2" creationId="{40D30DFC-FB82-C3FA-8E03-6B8A78AAF201}"/>
          </ac:spMkLst>
        </pc:spChg>
        <pc:spChg chg="del">
          <ac:chgData name="Unno Wataru" userId="da7089d0-9a2b-4edd-9a00-d190eb39a361" providerId="ADAL" clId="{0BEB95D8-07E1-4F1F-BCD9-BDA68A4CCFE9}" dt="2026-02-27T04:11:17.108" v="14" actId="700"/>
          <ac:spMkLst>
            <pc:docMk/>
            <pc:sldMk cId="3962376321" sldId="265"/>
            <ac:spMk id="3" creationId="{94283FA5-FE87-F69B-7DD1-855398891A7E}"/>
          </ac:spMkLst>
        </pc:spChg>
      </pc:sldChg>
      <pc:sldChg chg="addSp delSp modSp new mod modClrScheme chgLayout">
        <pc:chgData name="Unno Wataru" userId="da7089d0-9a2b-4edd-9a00-d190eb39a361" providerId="ADAL" clId="{0BEB95D8-07E1-4F1F-BCD9-BDA68A4CCFE9}" dt="2026-02-27T04:12:04.786" v="56" actId="20577"/>
        <pc:sldMkLst>
          <pc:docMk/>
          <pc:sldMk cId="1349997124" sldId="266"/>
        </pc:sldMkLst>
        <pc:spChg chg="del mod ord">
          <ac:chgData name="Unno Wataru" userId="da7089d0-9a2b-4edd-9a00-d190eb39a361" providerId="ADAL" clId="{0BEB95D8-07E1-4F1F-BCD9-BDA68A4CCFE9}" dt="2026-02-27T04:11:39.135" v="16" actId="700"/>
          <ac:spMkLst>
            <pc:docMk/>
            <pc:sldMk cId="1349997124" sldId="266"/>
            <ac:spMk id="2" creationId="{B2B4F448-4C60-E2E8-E327-17D96CEF139E}"/>
          </ac:spMkLst>
        </pc:spChg>
        <pc:spChg chg="del">
          <ac:chgData name="Unno Wataru" userId="da7089d0-9a2b-4edd-9a00-d190eb39a361" providerId="ADAL" clId="{0BEB95D8-07E1-4F1F-BCD9-BDA68A4CCFE9}" dt="2026-02-27T04:11:39.135" v="16" actId="700"/>
          <ac:spMkLst>
            <pc:docMk/>
            <pc:sldMk cId="1349997124" sldId="266"/>
            <ac:spMk id="3" creationId="{4CC15997-0B85-AB57-14AA-3DAA193D3921}"/>
          </ac:spMkLst>
        </pc:spChg>
        <pc:spChg chg="add mod ord">
          <ac:chgData name="Unno Wataru" userId="da7089d0-9a2b-4edd-9a00-d190eb39a361" providerId="ADAL" clId="{0BEB95D8-07E1-4F1F-BCD9-BDA68A4CCFE9}" dt="2026-02-27T04:12:04.786" v="56" actId="20577"/>
          <ac:spMkLst>
            <pc:docMk/>
            <pc:sldMk cId="1349997124" sldId="266"/>
            <ac:spMk id="4" creationId="{E76F9665-9554-C129-F260-714F146A20C3}"/>
          </ac:spMkLst>
        </pc:spChg>
      </pc:sldChg>
      <pc:sldChg chg="add">
        <pc:chgData name="Unno Wataru" userId="da7089d0-9a2b-4edd-9a00-d190eb39a361" providerId="ADAL" clId="{0BEB95D8-07E1-4F1F-BCD9-BDA68A4CCFE9}" dt="2026-02-27T04:11:53.052" v="35"/>
        <pc:sldMkLst>
          <pc:docMk/>
          <pc:sldMk cId="4228033528" sldId="267"/>
        </pc:sldMkLst>
      </pc:sldChg>
      <pc:sldMasterChg chg="modSp mod modSldLayout">
        <pc:chgData name="Unno Wataru" userId="da7089d0-9a2b-4edd-9a00-d190eb39a361" providerId="ADAL" clId="{0BEB95D8-07E1-4F1F-BCD9-BDA68A4CCFE9}" dt="2026-02-27T04:09:46.822" v="3" actId="20577"/>
        <pc:sldMasterMkLst>
          <pc:docMk/>
          <pc:sldMasterMk cId="3442608569" sldId="2147483648"/>
        </pc:sldMasterMkLst>
        <pc:spChg chg="mod">
          <ac:chgData name="Unno Wataru" userId="da7089d0-9a2b-4edd-9a00-d190eb39a361" providerId="ADAL" clId="{0BEB95D8-07E1-4F1F-BCD9-BDA68A4CCFE9}" dt="2026-02-27T04:09:46.822" v="3" actId="20577"/>
          <ac:spMkLst>
            <pc:docMk/>
            <pc:sldMasterMk cId="3442608569" sldId="2147483648"/>
            <ac:spMk id="5" creationId="{F4528375-C2FC-675D-AB91-AC1BABE7CB87}"/>
          </ac:spMkLst>
        </pc:spChg>
        <pc:sldLayoutChg chg="modSp mod">
          <pc:chgData name="Unno Wataru" userId="da7089d0-9a2b-4edd-9a00-d190eb39a361" providerId="ADAL" clId="{0BEB95D8-07E1-4F1F-BCD9-BDA68A4CCFE9}" dt="2026-02-27T04:09:25.969" v="1" actId="20577"/>
          <pc:sldLayoutMkLst>
            <pc:docMk/>
            <pc:sldMasterMk cId="3442608569" sldId="2147483648"/>
            <pc:sldLayoutMk cId="2837221075" sldId="2147483657"/>
          </pc:sldLayoutMkLst>
          <pc:spChg chg="mod">
            <ac:chgData name="Unno Wataru" userId="da7089d0-9a2b-4edd-9a00-d190eb39a361" providerId="ADAL" clId="{0BEB95D8-07E1-4F1F-BCD9-BDA68A4CCFE9}" dt="2026-02-27T04:09:25.969" v="1" actId="20577"/>
            <ac:spMkLst>
              <pc:docMk/>
              <pc:sldMasterMk cId="3442608569" sldId="2147483648"/>
              <pc:sldLayoutMk cId="2837221075" sldId="2147483657"/>
              <ac:spMk id="7" creationId="{F0EC8AD0-BC48-66E7-2BB0-12275CCF97E8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999411B4-7C46-288C-DD98-CAAFF8FD90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3F127A-B971-68B1-8390-C35338091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D2D4-3383-4507-BD44-DD32EE328E51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99F155-0EA2-7593-A87E-5B2DC4B144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1B349A-D972-6F5A-9821-A5F7D57A8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ED50-810C-4BA1-994B-C1C2AFA9DF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7541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15177-8A69-4090-A451-C78DC6867D4B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7F7A7-F46D-4494-90BF-F185ABD7C7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47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1-4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5,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8, 23-25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10-11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16-20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slide 23-25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42170108-D661-DF6E-5E25-42EE5548D2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381000"/>
            <a:ext cx="11430000" cy="6096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CCCE386-2A5F-6A33-79AC-27A996E101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7008" y="1730913"/>
            <a:ext cx="6136852" cy="3396174"/>
          </a:xfr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3200">
                <a:solidFill>
                  <a:schemeClr val="bg1">
                    <a:lumMod val="95000"/>
                  </a:schemeClr>
                </a:solidFill>
                <a:latin typeface="Noto Sans JP Black" panose="020B0A00000000000000" pitchFamily="34" charset="-128"/>
                <a:ea typeface="Noto Sans JP Black" panose="020B0A00000000000000" pitchFamily="34" charset="-128"/>
              </a:defRPr>
            </a:lvl1pPr>
          </a:lstStyle>
          <a:p>
            <a:r>
              <a:rPr kumimoji="1" lang="ja-JP" altLang="en-US"/>
              <a:t>タイトルを挿入</a:t>
            </a: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6E75CFAA-E2BE-0770-BBA9-9E995491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9655" y="6691745"/>
            <a:ext cx="3152689" cy="166255"/>
          </a:xfrm>
        </p:spPr>
        <p:txBody>
          <a:bodyPr/>
          <a:lstStyle>
            <a:lvl1pPr>
              <a:defRPr sz="1050"/>
            </a:lvl1pPr>
          </a:lstStyle>
          <a:p>
            <a:r>
              <a:rPr lang="en-US" altLang="ja-JP" dirty="0"/>
              <a:t>© 2023 NETWORLD Corp.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22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4D86D538-2FC4-B510-C4AA-4D10D242E2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7525" y="1533525"/>
            <a:ext cx="5324475" cy="5324475"/>
          </a:xfrm>
          <a:prstGeom prst="rect">
            <a:avLst/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E878CC6C-D34C-E00A-66BC-455BB76393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730913"/>
            <a:ext cx="6136852" cy="3396174"/>
          </a:xfr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3200">
                <a:solidFill>
                  <a:schemeClr val="tx1"/>
                </a:solidFill>
                <a:latin typeface="Noto Sans JP Black" panose="020B0A00000000000000" pitchFamily="34" charset="-128"/>
                <a:ea typeface="Noto Sans JP Black" panose="020B0A00000000000000" pitchFamily="34" charset="-128"/>
              </a:defRPr>
            </a:lvl1pPr>
          </a:lstStyle>
          <a:p>
            <a:r>
              <a:rPr kumimoji="1" lang="ja-JP" altLang="en-US"/>
              <a:t>タイトルを挿入</a:t>
            </a:r>
          </a:p>
        </p:txBody>
      </p:sp>
      <p:pic>
        <p:nvPicPr>
          <p:cNvPr id="5" name="図 4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6DAD58AF-BD08-2976-B600-5BF1373B24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" y="10363"/>
            <a:ext cx="3328707" cy="1035288"/>
          </a:xfrm>
          <a:prstGeom prst="rect">
            <a:avLst/>
          </a:prstGeom>
        </p:spPr>
      </p:pic>
      <p:sp>
        <p:nvSpPr>
          <p:cNvPr id="7" name="フッター プレースホルダー 3">
            <a:extLst>
              <a:ext uri="{FF2B5EF4-FFF2-40B4-BE49-F238E27FC236}">
                <a16:creationId xmlns:a16="http://schemas.microsoft.com/office/drawing/2014/main" id="{F0EC8AD0-BC48-66E7-2BB0-12275CCF9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9655" y="6691745"/>
            <a:ext cx="3152689" cy="166255"/>
          </a:xfrm>
        </p:spPr>
        <p:txBody>
          <a:bodyPr/>
          <a:lstStyle>
            <a:lvl1pPr>
              <a:defRPr sz="1050"/>
            </a:lvl1pPr>
          </a:lstStyle>
          <a:p>
            <a:r>
              <a:rPr lang="en-US" altLang="ja-JP" dirty="0"/>
              <a:t>© 2026 NETWORLD Corp.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37221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-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ED1FDF8C-D430-A3E5-EE47-1891947E0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2275" y="5962650"/>
            <a:ext cx="1609725" cy="895350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84E4FB-5317-E09D-ADA2-01A018E73152}"/>
              </a:ext>
            </a:extLst>
          </p:cNvPr>
          <p:cNvSpPr txBox="1"/>
          <p:nvPr userDrawn="1"/>
        </p:nvSpPr>
        <p:spPr>
          <a:xfrm>
            <a:off x="10910887" y="6334125"/>
            <a:ext cx="95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9042135-82EE-43E4-86CF-1EF97826030E}" type="slidenum">
              <a:rPr kumimoji="1" lang="en-US" altLang="ja-JP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kumimoji="1" lang="ja-JP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3B5E954-9CCC-576A-B863-5817F0223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9655" y="6691745"/>
            <a:ext cx="3152689" cy="166255"/>
          </a:xfrm>
        </p:spPr>
        <p:txBody>
          <a:bodyPr/>
          <a:lstStyle>
            <a:lvl1pPr>
              <a:defRPr sz="1050"/>
            </a:lvl1pPr>
          </a:lstStyle>
          <a:p>
            <a:r>
              <a:rPr lang="en-US" altLang="ja-JP"/>
              <a:t>© 2023 NETWORLD Corp. All rights reserved.</a:t>
            </a:r>
            <a:endParaRPr lang="en-US" altLang="ja-JP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F2B8DCF0-CECB-C041-97A3-6D17ED573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00" y="648000"/>
            <a:ext cx="11304000" cy="504000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DA8321AA-E3FB-3E9C-5448-7650F3ED5A62}"/>
              </a:ext>
            </a:extLst>
          </p:cNvPr>
          <p:cNvSpPr/>
          <p:nvPr userDrawn="1"/>
        </p:nvSpPr>
        <p:spPr>
          <a:xfrm>
            <a:off x="426000" y="1190625"/>
            <a:ext cx="11340000" cy="47625"/>
          </a:xfrm>
          <a:custGeom>
            <a:avLst/>
            <a:gdLst>
              <a:gd name="connsiteX0" fmla="*/ 0 w 11430000"/>
              <a:gd name="connsiteY0" fmla="*/ 0 h 47625"/>
              <a:gd name="connsiteX1" fmla="*/ 11430000 w 11430000"/>
              <a:gd name="connsiteY1" fmla="*/ 0 h 47625"/>
              <a:gd name="connsiteX2" fmla="*/ 11430000 w 11430000"/>
              <a:gd name="connsiteY2" fmla="*/ 47625 h 47625"/>
              <a:gd name="connsiteX3" fmla="*/ 0 w 11430000"/>
              <a:gd name="connsiteY3" fmla="*/ 47625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7625">
                <a:moveTo>
                  <a:pt x="0" y="0"/>
                </a:moveTo>
                <a:lnTo>
                  <a:pt x="11430000" y="0"/>
                </a:lnTo>
                <a:lnTo>
                  <a:pt x="11430000" y="47625"/>
                </a:lnTo>
                <a:lnTo>
                  <a:pt x="0" y="4762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" name="テキスト プレースホルダー 16">
            <a:extLst>
              <a:ext uri="{FF2B5EF4-FFF2-40B4-BE49-F238E27FC236}">
                <a16:creationId xmlns:a16="http://schemas.microsoft.com/office/drawing/2014/main" id="{AE55973D-BC22-7DA2-07F4-7B2F036E02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4000" y="1656000"/>
            <a:ext cx="11304000" cy="4320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62483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2C504A37-43AE-89AB-530D-3143B502D1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0113" y="1876425"/>
            <a:ext cx="2771775" cy="310515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01CC18-77F5-648E-7B54-26C313B90C3D}"/>
              </a:ext>
            </a:extLst>
          </p:cNvPr>
          <p:cNvSpPr txBox="1"/>
          <p:nvPr userDrawn="1"/>
        </p:nvSpPr>
        <p:spPr>
          <a:xfrm>
            <a:off x="0" y="6444000"/>
            <a:ext cx="121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Noto Sans JP Regular" panose="020B0500000000000000" pitchFamily="34" charset="-128"/>
                <a:ea typeface="Noto Sans JP Regular" panose="020B0500000000000000" pitchFamily="34" charset="-128"/>
              </a:rPr>
              <a:t>＊記載されている会社名および製品名、ロゴは各社の商標または登録商標です。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268B44-4D4A-A2D4-4268-42DE9D8F4B8C}"/>
              </a:ext>
            </a:extLst>
          </p:cNvPr>
          <p:cNvSpPr txBox="1"/>
          <p:nvPr userDrawn="1"/>
        </p:nvSpPr>
        <p:spPr>
          <a:xfrm>
            <a:off x="4729114" y="5717451"/>
            <a:ext cx="2733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>
                <a:latin typeface="Noto Sans JP Bold" panose="020B0800000000000000" pitchFamily="34" charset="-128"/>
                <a:ea typeface="Noto Sans JP Bold" panose="020B0800000000000000" pitchFamily="34" charset="-128"/>
              </a:rPr>
              <a:t>株式会社ネットワールド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CC2FE92-9CD7-2DB1-E572-C2A4986DD480}"/>
              </a:ext>
            </a:extLst>
          </p:cNvPr>
          <p:cNvSpPr txBox="1"/>
          <p:nvPr userDrawn="1"/>
        </p:nvSpPr>
        <p:spPr>
          <a:xfrm>
            <a:off x="4776248" y="6001940"/>
            <a:ext cx="2639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Noto Sans JP Bold" panose="020B0800000000000000" pitchFamily="34" charset="-128"/>
                <a:ea typeface="Noto Sans JP Bold" panose="020B0800000000000000" pitchFamily="34" charset="-128"/>
              </a:rPr>
              <a:t>https://www.networld.co.jp/</a:t>
            </a:r>
            <a:endParaRPr kumimoji="1" lang="ja-JP" altLang="en-US" sz="1000">
              <a:latin typeface="Noto Sans JP Bold" panose="020B0800000000000000" pitchFamily="34" charset="-128"/>
              <a:ea typeface="Noto Sans JP Bold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223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2397-0D58-44EF-BB06-5B88FF7A1F5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FAA6-0722-41B4-8485-3EECFFFA5B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731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8654FD8-AC2C-A6AC-12CF-858F6A69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540000"/>
            <a:ext cx="1143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550EE1-E963-A103-7629-58B134D1B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00" y="1656000"/>
            <a:ext cx="11430000" cy="432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0097E8-BF26-E170-FE09-4B903FA30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8FD53-98C9-4351-A86D-E7FC33311A66}" type="datetime1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528375-C2FC-675D-AB91-AC1BABE7C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dirty="0"/>
              <a:t>© 2026 NETWORLD Corp. All rights reserved.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B83199-3486-F576-061D-8D556FB6A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BED90-29E5-4977-80B5-48AEA03EB7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60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6" r:id="rId4"/>
    <p:sldLayoutId id="214748366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kern="1200">
          <a:solidFill>
            <a:schemeClr val="tx1"/>
          </a:solidFill>
          <a:latin typeface="Noto Sans JP Black" panose="020B0A00000000000000" pitchFamily="34" charset="-128"/>
          <a:ea typeface="Noto Sans JP Black" panose="020B0A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Noto Sans JP Regular" panose="020B0500000000000000" pitchFamily="34" charset="-128"/>
          <a:ea typeface="Noto Sans JP Regular" panose="020B05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200" kern="1200">
          <a:solidFill>
            <a:schemeClr val="tx1"/>
          </a:solidFill>
          <a:latin typeface="Noto Sans JP Regular" panose="020B0500000000000000" pitchFamily="34" charset="-128"/>
          <a:ea typeface="Noto Sans JP Regular" panose="020B05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Noto Sans JP Regular" panose="020B0500000000000000" pitchFamily="34" charset="-128"/>
          <a:ea typeface="Noto Sans JP Regular" panose="020B05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Noto Sans JP Regular" panose="020B0500000000000000" pitchFamily="34" charset="-128"/>
          <a:ea typeface="Noto Sans JP Regular" panose="020B05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Noto Sans JP Regular" panose="020B0500000000000000" pitchFamily="34" charset="-128"/>
          <a:ea typeface="Noto Sans JP Regular" panose="020B05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Bedrock × VAST DATA 検証計画（再構成版）</a:t>
            </a:r>
          </a:p>
          <a:p>
            <a:r>
              <a:t>元資料: AWS Bedrock &amp; VAST DATA検証プラン_20260206.pptx / 再構成日: 2026-03-02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目的と全体像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目的: データ主権を維持しつつ、生成AI検証を短期間で成立させる。</a:t>
            </a:r>
          </a:p>
          <a:p>
            <a:pPr/>
            <a:r>
              <a:t>方針: データ正本はVAST、計算はAWS Bedrockを活用。</a:t>
            </a:r>
          </a:p>
          <a:p>
            <a:pPr/>
            <a:r>
              <a:t>背景: GPU/メモリ調達の不確実性に対する現実解として設計。</a:t>
            </a:r>
          </a:p>
          <a:p>
            <a:pPr/>
            <a:r>
              <a:t>成果物: 実装可能な検証手順・費用前提・意思決定ポイントを提示。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背景と前提条件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要件軸: データ主権、運用性、監査性、性能を同時に満たす。</a:t>
            </a:r>
          </a:p>
          <a:p>
            <a:pPr/>
            <a:r>
              <a:t>クラウド/オンプレの二者択一ではなく、役割分担で最適化する。</a:t>
            </a:r>
          </a:p>
          <a:p>
            <a:pPr/>
            <a:r>
              <a:t>初期フェーズは『最短で回る検証系』を優先し、後続で拡張する。</a:t>
            </a:r>
          </a:p>
          <a:p>
            <a:pPr/>
            <a:r>
              <a:t>将来拡張では計算リソースのポータビリティを確保する。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提案アーキテクチャ（要点）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オンプレ(VAST): 原本・メタデータ・権限・検索インデックスを集約。</a:t>
            </a:r>
          </a:p>
          <a:p>
            <a:pPr/>
            <a:r>
              <a:t>クラウド(Bedrock): 生成・Embedding実行を担当。</a:t>
            </a:r>
          </a:p>
          <a:p>
            <a:pPr/>
            <a:r>
              <a:t>接続点: 質問に対し、オンプレ側でTop-K根拠を選別して最小送信。</a:t>
            </a:r>
          </a:p>
          <a:p>
            <a:pPr/>
            <a:r>
              <a:t>設計意図: 正本を保持したまま生成品質と検証速度を両立。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この構成の価値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データ主権: 原本とACL本体をオンプレに保持。</a:t>
            </a:r>
          </a:p>
          <a:p>
            <a:pPr/>
            <a:r>
              <a:t>迅速性: 調達待ちを避け、クラウド計算でPoCを即時開始可能。</a:t>
            </a:r>
          </a:p>
          <a:p>
            <a:pPr/>
            <a:r>
              <a:t>VAST活用: 正本+チャンク+Embedding+Indexの集約基盤として機能。</a:t>
            </a:r>
          </a:p>
          <a:p>
            <a:pPr/>
            <a:r>
              <a:t>運用性: 情報持ち出しを最小化し、説明可能な設計にできる。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データ境界と統制ポイント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原本ファイル、権限情報、組織構造に関わる情報はオンプレ閉域で管理。</a:t>
            </a:r>
          </a:p>
          <a:p>
            <a:pPr/>
            <a:r>
              <a:t>外部送信は『質問 + Top-K根拠』に限定し、送信量を制御。</a:t>
            </a:r>
          </a:p>
          <a:p>
            <a:pPr/>
            <a:r>
              <a:t>ログはメタ情報中心で保持し、本文保存は条件/TTL/マスクを事前合意。</a:t>
            </a:r>
          </a:p>
          <a:p>
            <a:pPr/>
            <a:r>
              <a:t>相関IDでオンプレ〜クラウドのトレースを可能にする。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検証実行計画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用語の最小セット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Top-K根拠: 関連度が高い抜粋を上位K件だけ選ぶ方式。</a:t>
            </a:r>
          </a:p>
          <a:p>
            <a:pPr/>
            <a:r>
              <a:t>Embedding/query_vector: 文章を意味空間の座標へ変換する処理/結果。</a:t>
            </a:r>
          </a:p>
          <a:p>
            <a:pPr/>
            <a:r>
              <a:t>チャンク: 原本を検索・引用しやすい単位へ分割した断片。</a:t>
            </a:r>
          </a:p>
          <a:p>
            <a:pPr/>
            <a:r>
              <a:t>ACL/metadata: アクセス権と文書属性。統制上は原則オンプレ保持。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検証ステップと完了条件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Step1 Bedrock構築: Embedding/Generateを各1回成功、ログ方針を確定。</a:t>
            </a:r>
          </a:p>
          <a:p>
            <a:pPr/>
            <a:r>
              <a:t>Step2 OpenWebUI構築: 管理者エクスポートOFF、履歴保存OFFを手順化。</a:t>
            </a:r>
          </a:p>
          <a:p>
            <a:pPr/>
            <a:r>
              <a:t>Step3 連携テスト: 10問程度で応答安定性とデモ品質を確認。</a:t>
            </a:r>
          </a:p>
          <a:p>
            <a:pPr/>
            <a:r>
              <a:t>Step4 VAST連携: Top-K根拠抽出と回答品質/説明可能性を検証。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費用試算（上振れ前提）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前提: 1リクエスト = input 8,000 tokens + output 1,500 tokens。</a:t>
            </a:r>
          </a:p>
          <a:p>
            <a:pPr/>
            <a:r>
              <a:t>計算式: 月額 = リクエスト単価 × 月間リクエスト数(N)。</a:t>
            </a:r>
          </a:p>
          <a:p>
            <a:pPr/>
            <a:r>
              <a:t>モデル別単価差を明示し、Nの感度分析で予算幅を管理。</a:t>
            </a:r>
          </a:p>
          <a:p>
            <a:pPr/>
            <a:r>
              <a:t>意思決定では『固定額』より『変動レンジ』で評価する。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現時点の実装・検証状況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VAST格納済みPDFを対象に、Top-K根拠提示と回答生成を確認。</a:t>
            </a:r>
          </a:p>
          <a:p>
            <a:pPr/>
            <a:r>
              <a:t>サンプルQAで『根拠提示→回答』の一連フローを実演可能。</a:t>
            </a:r>
          </a:p>
          <a:p>
            <a:pPr/>
            <a:r>
              <a:t>実装状況は機能単位で可視化し、未実装項目を明確化。</a:t>
            </a:r>
          </a:p>
          <a:p>
            <a:pPr/>
            <a:r>
              <a:t>次フェーズは品質指標(正確性/再現性/応答時間)の定量化。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設計思想と次アクション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設計思想: 生成AI導入の本質はモデル選定よりデータ境界設計。</a:t>
            </a:r>
          </a:p>
          <a:p>
            <a:pPr/>
            <a:r>
              <a:t>二重管理を避け、差分駆動パイプラインで鮮度と運用負荷を両立。</a:t>
            </a:r>
          </a:p>
          <a:p>
            <a:pPr/>
            <a:r>
              <a:t>最小権限と監査可能なログ設計を前提に統制を実装する。</a:t>
            </a:r>
          </a:p>
          <a:p>
            <a:pPr/>
            <a:r>
              <a:t>次アクション: PoC範囲承認、評価指標確定、責任分界の合意。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Networld col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20031"/>
      </a:accent1>
      <a:accent2>
        <a:srgbClr val="E61E28"/>
      </a:accent2>
      <a:accent3>
        <a:srgbClr val="006AB6"/>
      </a:accent3>
      <a:accent4>
        <a:srgbClr val="00ABA5"/>
      </a:accent4>
      <a:accent5>
        <a:srgbClr val="F18700"/>
      </a:accent5>
      <a:accent6>
        <a:srgbClr val="AA4C8C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9</Words>
  <Application>Microsoft Office PowerPoint</Application>
  <PresentationFormat>ワイド画面</PresentationFormat>
  <Paragraphs>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JP Black</vt:lpstr>
      <vt:lpstr>Noto Sans JP Bold</vt:lpstr>
      <vt:lpstr>Noto Sans JP Regular</vt:lpstr>
      <vt:lpstr>游ゴシック</vt:lpstr>
      <vt:lpstr>Arial</vt:lpstr>
      <vt:lpstr>Office テーマ</vt:lpstr>
      <vt:lpstr>Networld PPT テンプレート プレゼンタイトル</vt:lpstr>
      <vt:lpstr>目次</vt:lpstr>
      <vt:lpstr>セクション見出し</vt:lpstr>
      <vt:lpstr>内容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hsy-design Hosoya</dc:creator>
  <cp:lastModifiedBy>Unno Wataru</cp:lastModifiedBy>
  <cp:revision>85</cp:revision>
  <dcterms:created xsi:type="dcterms:W3CDTF">2022-11-02T16:22:29Z</dcterms:created>
  <dcterms:modified xsi:type="dcterms:W3CDTF">2026-03-02T06:56:05Z</dcterms:modified>
</cp:coreProperties>
</file>